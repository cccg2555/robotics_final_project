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N2Dh/DSzLukrCqbrZT0waKEqI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AutoNum type="arabicPeriod"/>
            </a:pPr>
            <a:r>
              <a:rPr lang="en-US"/>
              <a:t>센싱 노이즈 X, 모션 노이즈 X</a:t>
            </a:r>
            <a:endParaRPr/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AutoNum type="arabicPeriod"/>
            </a:pPr>
            <a:r>
              <a:rPr lang="en-US"/>
              <a:t>센싱 노이즈 X, 모션 노이즈 O</a:t>
            </a:r>
            <a:endParaRPr/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AutoNum type="arabicPeriod"/>
            </a:pPr>
            <a:r>
              <a:rPr lang="en-US"/>
              <a:t>센싱 노이즈 O, 모션 노이즈 X</a:t>
            </a:r>
            <a:endParaRPr/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AutoNum type="arabicPeriod"/>
            </a:pPr>
            <a:r>
              <a:rPr lang="en-US"/>
              <a:t>센싱 노이즈 O, 모션 노이즈 O</a:t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로봇의 주위에 많은 랜드마크(센싱 가능)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랜드마크가 로봇의 센싱 범위 벗어남</a:t>
            </a:r>
            <a:endParaRPr/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measurement_noise = 0.2 -&gt; measurement_noise = 0.0001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en-US"/>
              <a:t>2. measurement_range = 8.0 -&gt; measurement_range = 100.0</a:t>
            </a:r>
            <a:endParaRPr/>
          </a:p>
        </p:txBody>
      </p:sp>
      <p:sp>
        <p:nvSpPr>
          <p:cNvPr id="152" name="Google Shape;15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gif"/><Relationship Id="rId4" Type="http://schemas.openxmlformats.org/officeDocument/2006/relationships/image" Target="../media/image2.gif"/><Relationship Id="rId5" Type="http://schemas.openxmlformats.org/officeDocument/2006/relationships/image" Target="../media/image11.gif"/><Relationship Id="rId6" Type="http://schemas.openxmlformats.org/officeDocument/2006/relationships/image" Target="../media/image15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</a:pPr>
            <a:r>
              <a:rPr lang="en-US"/>
              <a:t>Robotics Final Project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32224664 최수영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문제1. SLAM</a:t>
            </a:r>
            <a:endParaRPr/>
          </a:p>
        </p:txBody>
      </p:sp>
      <p:pic>
        <p:nvPicPr>
          <p:cNvPr id="95" name="Google Shape;95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6282" y="1825625"/>
            <a:ext cx="7459436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838200" y="22747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문제1. SLAM</a:t>
            </a:r>
            <a:endParaRPr/>
          </a:p>
        </p:txBody>
      </p:sp>
      <p:pic>
        <p:nvPicPr>
          <p:cNvPr id="102" name="Google Shape;102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9614" y="1242438"/>
            <a:ext cx="4643374" cy="278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5062" y="3923293"/>
            <a:ext cx="4643378" cy="278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5062" y="1242437"/>
            <a:ext cx="4643378" cy="278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9613" y="3923294"/>
            <a:ext cx="4643375" cy="27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"/>
          <p:cNvSpPr txBox="1"/>
          <p:nvPr/>
        </p:nvSpPr>
        <p:spPr>
          <a:xfrm>
            <a:off x="1004589" y="1429078"/>
            <a:ext cx="8357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6200935" y="1429078"/>
            <a:ext cx="8357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1004588" y="4113450"/>
            <a:ext cx="8357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6200935" y="4113450"/>
            <a:ext cx="8357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문제2. Localization with Landmarks</a:t>
            </a:r>
            <a:endParaRPr/>
          </a:p>
        </p:txBody>
      </p:sp>
      <p:pic>
        <p:nvPicPr>
          <p:cNvPr id="115" name="Google Shape;115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7168" y="1690689"/>
            <a:ext cx="6574356" cy="3835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98924" y="1690688"/>
            <a:ext cx="6574356" cy="3835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문제2. Localization – 추가 분석</a:t>
            </a:r>
            <a:endParaRPr/>
          </a:p>
        </p:txBody>
      </p:sp>
      <p:pic>
        <p:nvPicPr>
          <p:cNvPr id="123" name="Google Shape;123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4088" y="1543692"/>
            <a:ext cx="6463913" cy="3770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0335" y="5519739"/>
            <a:ext cx="3423897" cy="484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7974" y="5519739"/>
            <a:ext cx="3539787" cy="463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36632" y="1543692"/>
            <a:ext cx="6555368" cy="3823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문제3. Planning &amp; Navigation</a:t>
            </a:r>
            <a:endParaRPr/>
          </a:p>
        </p:txBody>
      </p:sp>
      <p:pic>
        <p:nvPicPr>
          <p:cNvPr id="132" name="Google Shape;132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6282" y="1825625"/>
            <a:ext cx="7459436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문제3. Planning &amp; Navigation</a:t>
            </a:r>
            <a:endParaRPr/>
          </a:p>
        </p:txBody>
      </p:sp>
      <p:pic>
        <p:nvPicPr>
          <p:cNvPr id="139" name="Google Shape;13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2184" y="3419473"/>
            <a:ext cx="47632" cy="19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863" y="2000453"/>
            <a:ext cx="5798137" cy="3417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7644" y="1690688"/>
            <a:ext cx="6574356" cy="3835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문제4. Localization </a:t>
            </a:r>
            <a:endParaRPr/>
          </a:p>
        </p:txBody>
      </p:sp>
      <p:pic>
        <p:nvPicPr>
          <p:cNvPr id="147" name="Google Shape;147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9402" y="1511479"/>
            <a:ext cx="6574356" cy="3835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93040" y="1511479"/>
            <a:ext cx="6574356" cy="3835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문제4. Localization – 추가 분석</a:t>
            </a:r>
            <a:endParaRPr/>
          </a:p>
        </p:txBody>
      </p:sp>
      <p:pic>
        <p:nvPicPr>
          <p:cNvPr id="155" name="Google Shape;15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676" y="1885202"/>
            <a:ext cx="6207770" cy="3621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97366" y="5669490"/>
            <a:ext cx="3568919" cy="479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51003" y="1869489"/>
            <a:ext cx="6261643" cy="365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문제5. Planning &amp; Navigation</a:t>
            </a:r>
            <a:endParaRPr/>
          </a:p>
        </p:txBody>
      </p:sp>
      <p:pic>
        <p:nvPicPr>
          <p:cNvPr id="163" name="Google Shape;163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6282" y="1825625"/>
            <a:ext cx="7459436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문제5. Planning &amp; Navigation</a:t>
            </a:r>
            <a:endParaRPr/>
          </a:p>
        </p:txBody>
      </p:sp>
      <p:pic>
        <p:nvPicPr>
          <p:cNvPr id="169" name="Google Shape;169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954" y="2399105"/>
            <a:ext cx="5607455" cy="3407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7398" y="2083772"/>
            <a:ext cx="6574356" cy="3835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2024-12-11T06:49:45Z</dcterms:created>
  <dc:creator>수영 최</dc:creator>
</cp:coreProperties>
</file>